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F095E0-877A-4678-A07C-9142C76CEE6F}" v="3" dt="2026-02-16T07:06:56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ha M" userId="2c0a439b4c53b92c" providerId="LiveId" clId="{42E35645-A14D-40E6-8FAB-DE997B0B6152}"/>
    <pc:docChg chg="custSel addSld modSld">
      <pc:chgData name="Anisha M" userId="2c0a439b4c53b92c" providerId="LiveId" clId="{42E35645-A14D-40E6-8FAB-DE997B0B6152}" dt="2026-02-16T07:07:16.256" v="23" actId="255"/>
      <pc:docMkLst>
        <pc:docMk/>
      </pc:docMkLst>
      <pc:sldChg chg="addSp delSp modSp mod">
        <pc:chgData name="Anisha M" userId="2c0a439b4c53b92c" providerId="LiveId" clId="{42E35645-A14D-40E6-8FAB-DE997B0B6152}" dt="2026-02-16T07:06:14.540" v="15" actId="20577"/>
        <pc:sldMkLst>
          <pc:docMk/>
          <pc:sldMk cId="3017582207" sldId="259"/>
        </pc:sldMkLst>
        <pc:spChg chg="del mod">
          <ac:chgData name="Anisha M" userId="2c0a439b4c53b92c" providerId="LiveId" clId="{42E35645-A14D-40E6-8FAB-DE997B0B6152}" dt="2026-02-16T07:05:45.408" v="9" actId="478"/>
          <ac:spMkLst>
            <pc:docMk/>
            <pc:sldMk cId="3017582207" sldId="259"/>
            <ac:spMk id="5" creationId="{6085D595-1499-8896-6C1A-4DE018E965DB}"/>
          </ac:spMkLst>
        </pc:spChg>
        <pc:spChg chg="add mod">
          <ac:chgData name="Anisha M" userId="2c0a439b4c53b92c" providerId="LiveId" clId="{42E35645-A14D-40E6-8FAB-DE997B0B6152}" dt="2026-02-16T07:06:14.540" v="15" actId="20577"/>
          <ac:spMkLst>
            <pc:docMk/>
            <pc:sldMk cId="3017582207" sldId="259"/>
            <ac:spMk id="6" creationId="{6EE3B187-21DE-FA20-EECA-2AA57AC80C2D}"/>
          </ac:spMkLst>
        </pc:spChg>
      </pc:sldChg>
      <pc:sldChg chg="modSp">
        <pc:chgData name="Anisha M" userId="2c0a439b4c53b92c" providerId="LiveId" clId="{42E35645-A14D-40E6-8FAB-DE997B0B6152}" dt="2026-02-16T07:06:34.680" v="16"/>
        <pc:sldMkLst>
          <pc:docMk/>
          <pc:sldMk cId="1433252940" sldId="265"/>
        </pc:sldMkLst>
        <pc:spChg chg="mod">
          <ac:chgData name="Anisha M" userId="2c0a439b4c53b92c" providerId="LiveId" clId="{42E35645-A14D-40E6-8FAB-DE997B0B6152}" dt="2026-02-16T07:06:34.680" v="16"/>
          <ac:spMkLst>
            <pc:docMk/>
            <pc:sldMk cId="1433252940" sldId="265"/>
            <ac:spMk id="3" creationId="{8C049FA0-F406-D4AA-EFED-C9AB0EF25CCA}"/>
          </ac:spMkLst>
        </pc:spChg>
      </pc:sldChg>
      <pc:sldChg chg="modSp new mod">
        <pc:chgData name="Anisha M" userId="2c0a439b4c53b92c" providerId="LiveId" clId="{42E35645-A14D-40E6-8FAB-DE997B0B6152}" dt="2026-02-16T07:07:16.256" v="23" actId="255"/>
        <pc:sldMkLst>
          <pc:docMk/>
          <pc:sldMk cId="1190766626" sldId="266"/>
        </pc:sldMkLst>
        <pc:spChg chg="mod">
          <ac:chgData name="Anisha M" userId="2c0a439b4c53b92c" providerId="LiveId" clId="{42E35645-A14D-40E6-8FAB-DE997B0B6152}" dt="2026-02-16T07:06:47.625" v="18"/>
          <ac:spMkLst>
            <pc:docMk/>
            <pc:sldMk cId="1190766626" sldId="266"/>
            <ac:spMk id="2" creationId="{5AE3FDA4-43D5-84AD-53E6-C2BCCAAE369D}"/>
          </ac:spMkLst>
        </pc:spChg>
        <pc:spChg chg="mod">
          <ac:chgData name="Anisha M" userId="2c0a439b4c53b92c" providerId="LiveId" clId="{42E35645-A14D-40E6-8FAB-DE997B0B6152}" dt="2026-02-16T07:07:16.256" v="23" actId="255"/>
          <ac:spMkLst>
            <pc:docMk/>
            <pc:sldMk cId="1190766626" sldId="266"/>
            <ac:spMk id="3" creationId="{943C1B3C-E6A5-699A-7BFF-A09D00812B4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1E0B-4265-FEFC-34FF-B976F1157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Adidas Sales 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00BAE-2450-DD5E-72A1-870499A13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Power BI Dashboard Presentation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25C04-8F05-A88F-0928-F768340B9F1C}"/>
              </a:ext>
            </a:extLst>
          </p:cNvPr>
          <p:cNvSpPr txBox="1"/>
          <p:nvPr/>
        </p:nvSpPr>
        <p:spPr>
          <a:xfrm>
            <a:off x="9652534" y="5373329"/>
            <a:ext cx="1693892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BY  Anisha M</a:t>
            </a:r>
          </a:p>
        </p:txBody>
      </p:sp>
    </p:spTree>
    <p:extLst>
      <p:ext uri="{BB962C8B-B14F-4D97-AF65-F5344CB8AC3E}">
        <p14:creationId xmlns:p14="http://schemas.microsoft.com/office/powerpoint/2010/main" val="245284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E48FB-2C6C-968A-2914-8919DF8DE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1B6ED-9897-FC3D-AA7D-E47003352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Analyze Adidas sales performance</a:t>
            </a:r>
          </a:p>
          <a:p>
            <a:r>
              <a:rPr lang="en-US" sz="2000" dirty="0"/>
              <a:t>Understand monthly sales trends</a:t>
            </a:r>
          </a:p>
          <a:p>
            <a:r>
              <a:rPr lang="en-US" sz="2000" dirty="0"/>
              <a:t>Identify best performing regions, products, and retailers</a:t>
            </a:r>
          </a:p>
          <a:p>
            <a:r>
              <a:rPr lang="en-US" sz="2000" dirty="0"/>
              <a:t>Support business decision 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80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A88AFB-8381-CE7B-4781-8F12D9092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19" y="1868129"/>
            <a:ext cx="11385755" cy="489646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9CEC5BD-8A63-9F40-E168-0C793269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 overview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E3B187-21DE-FA20-EECA-2AA57AC80C2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-1986115" y="5683045"/>
            <a:ext cx="196644" cy="17575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7582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957DB-1DA2-0FA7-EC5F-5D967D4E5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A304A-3096-20D9-AED9-991168EA0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Total Sales: $900M</a:t>
            </a:r>
          </a:p>
          <a:p>
            <a:r>
              <a:rPr lang="en-US" sz="2000" dirty="0"/>
              <a:t>Operating Profit: $332M</a:t>
            </a:r>
          </a:p>
          <a:p>
            <a:r>
              <a:rPr lang="en-US" sz="2000" dirty="0"/>
              <a:t>Units Sold: 2M</a:t>
            </a:r>
          </a:p>
          <a:p>
            <a:r>
              <a:rPr lang="en-US" sz="2000" dirty="0"/>
              <a:t>Price per Unit: $45</a:t>
            </a:r>
          </a:p>
          <a:p>
            <a:r>
              <a:rPr lang="en-US" sz="2000" dirty="0"/>
              <a:t>Operating Margin: 42%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4422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A185A-3603-C396-B887-1666C820E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Monthly Sales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B54AD-84E0-8200-8874-9B6DE3003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Highest sales in July: $95M</a:t>
            </a:r>
          </a:p>
          <a:p>
            <a:r>
              <a:rPr lang="en-US" sz="2000" dirty="0"/>
              <a:t>Second highest in August: $92M</a:t>
            </a:r>
          </a:p>
          <a:p>
            <a:r>
              <a:rPr lang="en-US" sz="2000" dirty="0"/>
              <a:t>Lowest sales in March: $57M</a:t>
            </a:r>
          </a:p>
          <a:p>
            <a:r>
              <a:rPr lang="en-US" sz="2000" dirty="0"/>
              <a:t>Sales increased again in December: $86M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52AD05-D177-C927-1620-FD5B93803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076" y="2200103"/>
            <a:ext cx="6331976" cy="428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416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47D50-8CCF-E77A-D432-CB1EEFE65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Regional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AEDB3-41C1-3AEE-3B2C-239008145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West: $270M (Highest)</a:t>
            </a:r>
          </a:p>
          <a:p>
            <a:r>
              <a:rPr lang="en-US" dirty="0"/>
              <a:t>Northeast: $186M</a:t>
            </a:r>
          </a:p>
          <a:p>
            <a:r>
              <a:rPr lang="en-US" dirty="0"/>
              <a:t>Southeast: $163M</a:t>
            </a:r>
          </a:p>
          <a:p>
            <a:r>
              <a:rPr lang="en-US" dirty="0"/>
              <a:t>South: $145M</a:t>
            </a:r>
          </a:p>
          <a:p>
            <a:r>
              <a:rPr lang="en-US" dirty="0"/>
              <a:t>Midwest: $136M (Lowest)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ED564C-4753-4E6D-5DA3-A8D366B35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224" y="2247575"/>
            <a:ext cx="5428583" cy="303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6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3C68-511C-BD7E-BE5D-87DB7FC7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9A459-45F6-86B0-68AD-13337AD6C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Men's Street Footwear: $209M (Top)</a:t>
            </a:r>
          </a:p>
          <a:p>
            <a:r>
              <a:rPr lang="en-US" dirty="0"/>
              <a:t>Women's Apparel: $179M</a:t>
            </a:r>
          </a:p>
          <a:p>
            <a:r>
              <a:rPr lang="en-US" dirty="0"/>
              <a:t>Men's Athletic Footwear: $154M</a:t>
            </a:r>
          </a:p>
          <a:p>
            <a:r>
              <a:rPr lang="en-US" dirty="0"/>
              <a:t>Women's Street Footwear: $128M</a:t>
            </a:r>
          </a:p>
          <a:p>
            <a:r>
              <a:rPr lang="en-US" dirty="0"/>
              <a:t>Men's Apparel: $124M</a:t>
            </a:r>
          </a:p>
          <a:p>
            <a:r>
              <a:rPr lang="en-US" dirty="0"/>
              <a:t>Women's Athletic Footwear: $107M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594A1-57CA-5DFA-F7D4-6CE9222A6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39" y="2443156"/>
            <a:ext cx="4925605" cy="341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00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ADFE1-50C9-E6D1-5FE0-C811C2B52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Retailer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4E161-F688-E58F-B244-B89082060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West Gear: $243M (Top)</a:t>
            </a:r>
          </a:p>
          <a:p>
            <a:r>
              <a:rPr lang="en-US" dirty="0"/>
              <a:t>Foot Locker: $220M</a:t>
            </a:r>
          </a:p>
          <a:p>
            <a:r>
              <a:rPr lang="en-US" dirty="0"/>
              <a:t>Sports Direct: $182M</a:t>
            </a:r>
          </a:p>
          <a:p>
            <a:r>
              <a:rPr lang="en-US" dirty="0"/>
              <a:t>Kohl's: $102M</a:t>
            </a:r>
          </a:p>
          <a:p>
            <a:r>
              <a:rPr lang="en-US" dirty="0"/>
              <a:t>Amazon: $78M</a:t>
            </a:r>
          </a:p>
          <a:p>
            <a:r>
              <a:rPr lang="en-US" dirty="0"/>
              <a:t>Walmart: $75M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F59BD-28CB-9EFE-73BF-CA25EEB67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726" y="2180496"/>
            <a:ext cx="5918532" cy="317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481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F46B1-C804-5489-508E-B9936AD9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38AD6-0D0D-6BB0-C175-BF7ADDE58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West region contributes highest sales</a:t>
            </a:r>
          </a:p>
          <a:p>
            <a:r>
              <a:rPr lang="en-US" sz="2000" dirty="0"/>
              <a:t>Men's Street Footwear is best product</a:t>
            </a:r>
          </a:p>
          <a:p>
            <a:r>
              <a:rPr lang="en-US" sz="2000" dirty="0"/>
              <a:t>West Gear is best retailer</a:t>
            </a:r>
          </a:p>
          <a:p>
            <a:r>
              <a:rPr lang="en-US" sz="2000" dirty="0"/>
              <a:t>Sales peak in mid-year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1801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AE325-5940-44FC-EBAE-83D39A9C9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49FA0-F406-D4AA-EFED-C9AB0EF25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Focus more on the </a:t>
            </a:r>
            <a:r>
              <a:rPr lang="en-US" sz="2000" b="1" dirty="0"/>
              <a:t>West region</a:t>
            </a:r>
            <a:r>
              <a:rPr lang="en-US" sz="2000" dirty="0"/>
              <a:t> and high-selling products</a:t>
            </a:r>
          </a:p>
          <a:p>
            <a:r>
              <a:rPr lang="en-US" sz="2000" dirty="0"/>
              <a:t>Improve performance in </a:t>
            </a:r>
            <a:r>
              <a:rPr lang="en-US" sz="2000" b="1" dirty="0"/>
              <a:t>low-sales regions</a:t>
            </a:r>
            <a:r>
              <a:rPr lang="en-US" sz="2000" dirty="0"/>
              <a:t> with targeted strategies</a:t>
            </a:r>
          </a:p>
          <a:p>
            <a:r>
              <a:rPr lang="en-US" sz="2000" dirty="0"/>
              <a:t>Strengthen partnerships with </a:t>
            </a:r>
            <a:r>
              <a:rPr lang="en-US" sz="2000" b="1" dirty="0"/>
              <a:t>top retailers</a:t>
            </a:r>
            <a:endParaRPr lang="en-US" sz="2000" dirty="0"/>
          </a:p>
          <a:p>
            <a:r>
              <a:rPr lang="en-US" sz="2000" dirty="0"/>
              <a:t>Use </a:t>
            </a:r>
            <a:r>
              <a:rPr lang="en-US" sz="2000" b="1" dirty="0"/>
              <a:t>seasonal trends</a:t>
            </a:r>
            <a:r>
              <a:rPr lang="en-US" sz="2000" dirty="0"/>
              <a:t> for better planning and forecasting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3252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3FDA4-43D5-84AD-53E6-C2BCCAAE3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C1B3C-E6A5-699A-7BFF-A09D00812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The analysis shows strong Adidas performance with </a:t>
            </a:r>
            <a:r>
              <a:rPr lang="en-US" sz="2000" b="1" dirty="0"/>
              <a:t>$900M in sales</a:t>
            </a:r>
            <a:r>
              <a:rPr lang="en-US" sz="2000" dirty="0"/>
              <a:t> and a </a:t>
            </a:r>
            <a:r>
              <a:rPr lang="en-US" sz="2000" b="1" dirty="0"/>
              <a:t>42% operating margin</a:t>
            </a:r>
            <a:r>
              <a:rPr lang="en-US" sz="2000" dirty="0"/>
              <a:t>. </a:t>
            </a:r>
          </a:p>
          <a:p>
            <a:r>
              <a:rPr lang="en-US" sz="2000" dirty="0"/>
              <a:t>Sales peak during mid-year, especially in </a:t>
            </a:r>
            <a:r>
              <a:rPr lang="en-US" sz="2000" b="1" dirty="0"/>
              <a:t>July and August</a:t>
            </a:r>
            <a:r>
              <a:rPr lang="en-US" sz="2000" dirty="0"/>
              <a:t>. 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West region</a:t>
            </a:r>
            <a:r>
              <a:rPr lang="en-US" sz="2000" dirty="0"/>
              <a:t> is the highest contributor, </a:t>
            </a:r>
            <a:r>
              <a:rPr lang="en-US" sz="2000" b="1" dirty="0"/>
              <a:t>Men’s Street Footwear</a:t>
            </a:r>
            <a:r>
              <a:rPr lang="en-US" sz="2000" dirty="0"/>
              <a:t> is the top product, and </a:t>
            </a:r>
            <a:r>
              <a:rPr lang="en-US" sz="2000" b="1" dirty="0"/>
              <a:t>West Gear</a:t>
            </a:r>
            <a:r>
              <a:rPr lang="en-US" sz="2000" dirty="0"/>
              <a:t> is the best-performing retailer. </a:t>
            </a:r>
          </a:p>
          <a:p>
            <a:r>
              <a:rPr lang="en-US" sz="2000" dirty="0"/>
              <a:t>These insights support data-driven business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76662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{78CA1E95-FD22-470E-840F-AFC9C166CF45}TF319cfb39-eeba-4af5-a5a2-03d53d0375160e3309b2-0adf682d390f</Template>
  <TotalTime>14</TotalTime>
  <Words>310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Gill Sans MT</vt:lpstr>
      <vt:lpstr>Wingdings 2</vt:lpstr>
      <vt:lpstr>Dividend</vt:lpstr>
      <vt:lpstr>Adidas Sales Analysis Dashboard</vt:lpstr>
      <vt:lpstr>Problem Statement</vt:lpstr>
      <vt:lpstr>Dashboard  overview</vt:lpstr>
      <vt:lpstr>Key Performance Indicators</vt:lpstr>
      <vt:lpstr>Monthly Sales Insights</vt:lpstr>
      <vt:lpstr>Regional Sales</vt:lpstr>
      <vt:lpstr>Product Performance</vt:lpstr>
      <vt:lpstr>Retailer Performance</vt:lpstr>
      <vt:lpstr>Key Insights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Anisha M</dc:creator>
  <cp:lastModifiedBy>Anisha M</cp:lastModifiedBy>
  <cp:revision>1</cp:revision>
  <dcterms:created xsi:type="dcterms:W3CDTF">2026-02-16T06:50:13Z</dcterms:created>
  <dcterms:modified xsi:type="dcterms:W3CDTF">2026-02-16T07:07:22Z</dcterms:modified>
</cp:coreProperties>
</file>